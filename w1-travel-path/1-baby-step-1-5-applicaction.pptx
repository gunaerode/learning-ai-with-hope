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Crop Disease Detection</a:t>
            </a:r>
          </a:p>
        </p:txBody>
      </p:sp>
      <p:pic>
        <p:nvPicPr>
          <p:cNvPr id="3" name="Picture 2" descr="flowchart_highlighted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0668" y="2025446"/>
            <a:ext cx="3281332" cy="4078628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26DFCA10-8B00-9F51-C25B-089EBA4E4AD5}"/>
              </a:ext>
            </a:extLst>
          </p:cNvPr>
          <p:cNvCxnSpPr>
            <a:cxnSpLocks/>
          </p:cNvCxnSpPr>
          <p:nvPr/>
        </p:nvCxnSpPr>
        <p:spPr>
          <a:xfrm>
            <a:off x="3411794" y="4277032"/>
            <a:ext cx="1897625" cy="688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A1F78036-8E05-C78A-7014-3FC89E33790D}"/>
              </a:ext>
            </a:extLst>
          </p:cNvPr>
          <p:cNvSpPr txBox="1"/>
          <p:nvPr/>
        </p:nvSpPr>
        <p:spPr>
          <a:xfrm>
            <a:off x="5496233" y="4161192"/>
            <a:ext cx="11968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Prediction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6374E83-FD2C-FB1F-047D-F870D15A8EB0}"/>
              </a:ext>
            </a:extLst>
          </p:cNvPr>
          <p:cNvSpPr txBox="1"/>
          <p:nvPr/>
        </p:nvSpPr>
        <p:spPr>
          <a:xfrm>
            <a:off x="6233651" y="5368413"/>
            <a:ext cx="14650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Call to Action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895AD8C-0133-3145-608E-D25187ADC2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3024" y="5431148"/>
            <a:ext cx="2060627" cy="24386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Retail Store Monitoring</a:t>
            </a:r>
          </a:p>
        </p:txBody>
      </p:sp>
      <p:pic>
        <p:nvPicPr>
          <p:cNvPr id="3" name="Picture 2" descr="flowchart_highlighted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581" y="1583659"/>
            <a:ext cx="3880471" cy="499970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420287A-790F-AFEC-B7AA-2E86795863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6691" y="4083510"/>
            <a:ext cx="4340728" cy="170702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X-ray Diagnosis</a:t>
            </a:r>
          </a:p>
        </p:txBody>
      </p:sp>
      <p:pic>
        <p:nvPicPr>
          <p:cNvPr id="3" name="Picture 2" descr="flowchart_highlighted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595" y="2064775"/>
            <a:ext cx="3228216" cy="411836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EBF2BE9-C17F-0D99-26D1-D95B3C9EEE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3677" y="4101832"/>
            <a:ext cx="4340728" cy="170702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Manufacturing Quality Check</a:t>
            </a:r>
          </a:p>
        </p:txBody>
      </p:sp>
      <p:pic>
        <p:nvPicPr>
          <p:cNvPr id="3" name="Picture 2" descr="flowchart_highlighted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539" y="1417638"/>
            <a:ext cx="3809461" cy="512604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891FB00-CDD1-FF79-1A8C-3C9D5D57CD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0733" y="4089654"/>
            <a:ext cx="4340728" cy="170702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Smart Traffic Monitoring</a:t>
            </a:r>
          </a:p>
        </p:txBody>
      </p:sp>
      <p:pic>
        <p:nvPicPr>
          <p:cNvPr id="3" name="Picture 2" descr="flowchart_highlighted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17638"/>
            <a:ext cx="4063310" cy="526383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E29BB59-F383-7EAA-E78E-D26E1D73DA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6643" y="4115923"/>
            <a:ext cx="4340728" cy="170702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19</Words>
  <Application>Microsoft Office PowerPoint</Application>
  <PresentationFormat>On-screen Show (4:3)</PresentationFormat>
  <Paragraphs>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Crop Disease Detection</vt:lpstr>
      <vt:lpstr>Retail Store Monitoring</vt:lpstr>
      <vt:lpstr>Medical X-ray Diagnosis</vt:lpstr>
      <vt:lpstr>Manufacturing Quality Check</vt:lpstr>
      <vt:lpstr>Smart Traffic Monitoring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Gunasekaran T</dc:creator>
  <cp:keywords/>
  <dc:description>generated using python-pptx</dc:description>
  <cp:lastModifiedBy>Gunasekaran T</cp:lastModifiedBy>
  <cp:revision>2</cp:revision>
  <dcterms:created xsi:type="dcterms:W3CDTF">2013-01-27T09:14:16Z</dcterms:created>
  <dcterms:modified xsi:type="dcterms:W3CDTF">2025-12-07T18:05:51Z</dcterms:modified>
  <cp:category/>
</cp:coreProperties>
</file>